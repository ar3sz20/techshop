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Nyitás: röviden elmondjuk, hogy a TechShop egy vizsgaremekként készített elektronikai webshop. Kiemelés: reszponzív vásárlói felület, Laravel backend, REST API és Windows Forms admin kliens.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Itt érdemes az elvárásokat egyenként összekötni a projekttel: valós probléma, adatkezelés, REST, több kliens, csapatmunka, tesztelés. Röviden, pontszerűen.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projekt motivációja: a TechShop a kisebb webshopoknál tapasztalt problémákra ad választ: mobilbarát felület, átlátható struktúra, gyors kosár és rendelés, valamint biztonságos alap.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Ezen a dián a funkciókat nem technológia szerint, hanem felhasználói szerepkör szerint érdemes magyarázni: vásárló, admin, külső kliens/API.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komponensek: webes felület a vásárlóknak, API réteg a külső klienseknek és az admin appnak, Eloquent modellek és adatbázis. A biztonsági komponenseket külön említsük: Sanctum, Policy, Form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adatmodellnél a fő táblák: users, products, orders, newsletters. A rendelési folyamat legfontosabb része a készletellenőrzés és a készlet csökkentése.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felsorolásánál ki kell emelni, hogy minden technológia funkcióhoz kötődik: Laravel a backendhez, Tailwind és Vite a frontendhez, Sanctum az API auth-hoz, WinForms az admin klienshez, PHPUnit a minőségbiztosításhoz.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demóban ezt a folyamatot lehet végigmutatni: keresés vagy szűrés, termékoldal, kosár, rendelés, rendelési előzmények.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Fontos: a KKK több kliens oldali komponensre vonatkozó elvárását a reszponzív webes vásárlói felület és a natív Windows Forms admin kliens együtt teljesíti.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tesztelésnél őszintén érdemes elmondani: a v1.1 futtatásban minden teszt zöld volt, a v1.2 sémaváltás után az OrderTestek frissítése karbantartási feladatként szerepel.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Saját rész bemutatása Danielnek: integráció a kontrollerek és route-ok között, design system refaktor, Material Icons, hibajelzések javítása, automatikus tesztek és dokumentáció. Ezt angolul is össze kell foglalni.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Záró slide: mondd el angolul az abstractot. Ha csapatban mutattok be, mindenki kapjon saját rövid magyar és angol részt. A végén lehet kérdezni az architektúráról, adatmodellről és tesztekről.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cinematic_studio_rendered_scene_3d_digit_batch_1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0B0B1A">
              <a:alpha val="9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" y="685800"/>
            <a:ext cx="3611880" cy="320040"/>
          </a:xfrm>
          <a:prstGeom prst="roundRect">
            <a:avLst>
              <a:gd name="adj" fmla="val 22857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8952" y="758952"/>
            <a:ext cx="3465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Szoftverfejlesztő és -tesztelő vizsgaremek</a:t>
            </a:r>
            <a:endParaRPr lang="en-US" sz="880" dirty="0"/>
          </a:p>
        </p:txBody>
      </p:sp>
      <p:sp>
        <p:nvSpPr>
          <p:cNvPr id="6" name="Text 3"/>
          <p:cNvSpPr/>
          <p:nvPr/>
        </p:nvSpPr>
        <p:spPr>
          <a:xfrm>
            <a:off x="658368" y="13258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TechShop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4800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DD6FE"/>
                </a:solidFill>
              </a:rPr>
              <a:t>Laravel alapú elektronikai webáruház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DDD6FE"/>
                </a:solidFill>
              </a:rPr>
              <a:t>reszponzív webfelülettel és asztali admin klienssel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31520" y="3401568"/>
            <a:ext cx="2468880" cy="0"/>
          </a:xfrm>
          <a:prstGeom prst="line">
            <a:avLst/>
          </a:prstGeom>
          <a:noFill/>
          <a:ln w="381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797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C7C4DA"/>
                </a:solidFill>
              </a:rPr>
              <a:t>Harkó Dávid · Zakar Levente Gusztáv · Iancu‑Tóth Daniel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1/12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KKK elvárások → TechShop megfeleltetés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prezentáció a vizsgaremek fő értékelési szempontjaira épül.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27632"/>
            <a:ext cx="200253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Életszerű probléma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→ elektronikai webshop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63240" y="15087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36392" y="1627632"/>
            <a:ext cx="21396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Adattárolás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termékek, rendelések, felhasználók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577840" y="15087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50992" y="1627632"/>
            <a:ext cx="21396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REST architektúra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/api végpontok + Sanctum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92440" y="150876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65592" y="1627632"/>
            <a:ext cx="22768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Asztali + mobil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reszponzív web + WinForms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86200" y="306324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59352" y="3182112"/>
            <a:ext cx="241401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</a:rPr>
              <a:t>Csapatmunka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</a:rPr>
              <a:t>→ Git/GitHub + feladatrészek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812280" y="30632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85432" y="3182112"/>
            <a:ext cx="25968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</a:rPr>
              <a:t>Tesztelés és dokumentáció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</a:rPr>
              <a:t>→ PHPUnit + műszaki doksi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28346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492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66360" y="2514600"/>
            <a:ext cx="0" cy="54864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720840" y="2514600"/>
            <a:ext cx="1371600" cy="54864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32688" y="5074920"/>
            <a:ext cx="99212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 deck célja nem a teljes dokumentáció felolvasása, hanem annak bemutatása, hogy a projekt miért komplex, használható és vizsgakész.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2/12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cinematic_studio_rendered_scene_3d_digit_batch_1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2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Probléma és célkitűzés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Kis webshopok tipikus hibái: gyenge mobilélmény, nehéz navigáció, lassú vásárlási folyamat.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417320"/>
            <a:ext cx="5074920" cy="4480560"/>
          </a:xfrm>
          <a:prstGeom prst="rect">
            <a:avLst/>
          </a:prstGeom>
          <a:solidFill>
            <a:srgbClr val="0B0B1A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3736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</a:rPr>
              <a:t>Kiinduló probléma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167128"/>
            <a:ext cx="4434840" cy="1170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nem reszponzív, nehezen használható felületek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átláthatatlan terméklista és kevés szűrés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széttöredezett kosár- és rendelési folyamat</a:t>
            </a:r>
            <a:endParaRPr lang="en-US" sz="132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TechShop célja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4133088"/>
            <a:ext cx="4434840" cy="1170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modern, magyar nyelvű elektronikai webáruház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egyszerű termékböngészés és gyors rendelés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biztonságos, bővíthető Laravel alap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6492240" y="1828800"/>
            <a:ext cx="731520" cy="731520"/>
          </a:xfrm>
          <a:prstGeom prst="arc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0" y="19842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1A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360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Átlátható vásárlás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926080"/>
            <a:ext cx="731520" cy="731520"/>
          </a:xfrm>
          <a:prstGeom prst="arc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3081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1A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360920" y="303580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Reszponzív UI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4023360"/>
            <a:ext cx="731520" cy="731520"/>
          </a:xfrm>
          <a:prstGeom prst="arc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417880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1A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360920" y="413308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Fejleszthető alap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3/12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Fő funkciók szerepkörönként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rendszer vásárlói, adminisztrátori és külső kliens használatra is felkészült.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FBBF24">
              <a:alpha val="90000"/>
            </a:srgbClr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1A"/>
                </a:solidFill>
              </a:rPr>
              <a:t>Vásárló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Termékböngészés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Kategória, típus és ár szerinti szűrés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Kosárkezelés készletellenőrzéssel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Rendelés leadása és rendelési előzmények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590288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A78BFA">
              <a:alpha val="9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82896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1A"/>
                </a:solidFill>
              </a:rPr>
              <a:t>Admin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64608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Termék létrehozás és szerkesztés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Képfeltöltés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Soft delete, visszaállítás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Bulk import asztali kliensből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485632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50224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22D3EE">
              <a:alpha val="9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1A"/>
                </a:solidFill>
              </a:rPr>
              <a:t>REST / külső kliens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59952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JSON API termékekhez és rendelésekhez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Sanctum tokenes hitelesítés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WinForms admin kliens kommunikáció</a:t>
            </a:r>
            <a:endParaRPr lang="en-US" sz="1030" dirty="0"/>
          </a:p>
          <a:p>
            <a:pPr indent="0" marL="0">
              <a:buNone/>
            </a:pPr>
            <a:r>
              <a:rPr lang="en-US" sz="1030" dirty="0">
                <a:solidFill>
                  <a:srgbClr val="DDD6FE"/>
                </a:solidFill>
              </a:rPr>
              <a:t>Későbbi mobil kliens alapja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4/12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olished_isometric_3d_tech_illustration_on_a_d_batch_2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80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Architektúra áttekintés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MVC Laravel backend, webes réteg, REST API és adatbázis-kapcsolat.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2743200"/>
            <a:ext cx="8229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681728" y="2743200"/>
            <a:ext cx="80467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086600" y="2743200"/>
            <a:ext cx="8229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9491472" y="2743200"/>
            <a:ext cx="70408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17920" y="3310128"/>
            <a:ext cx="0" cy="1124712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31520" y="2240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2359152"/>
            <a:ext cx="136245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Böngésző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Blade + Tailwind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063240" y="2240280"/>
            <a:ext cx="1627632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136392" y="2359152"/>
            <a:ext cx="1481328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routes/web.php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Controller-ek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0" y="224028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559552" y="2359152"/>
            <a:ext cx="145389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routes/api.php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REST JSON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09560" y="2240280"/>
            <a:ext cx="1572768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82712" y="2359152"/>
            <a:ext cx="1426464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Eloquent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Modellek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195560" y="2240280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268712" y="2359152"/>
            <a:ext cx="127101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MySQL / SQLite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Adatbázis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443484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553712" y="4553712"/>
            <a:ext cx="332841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</a:rPr>
              <a:t>Session kosár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</a:rPr>
              <a:t>ProductPolicy · Sanctum · Form Request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914400" y="576072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 kosár session-ben él, a rendelések és termékek perzisztens adatbázisban. Az admin műveleteket Policy védi.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5/12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Adatmodell és rendelési folyamat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rendszer a termékeket, felhasználókat, rendeléseket és hírlevél-feliratkozásokat kezeli.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87168" y="2423160"/>
            <a:ext cx="139903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715000" y="2423160"/>
            <a:ext cx="139903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760720" y="3977640"/>
            <a:ext cx="1353312" cy="-105156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22960" y="1920240"/>
            <a:ext cx="1664208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2039112"/>
            <a:ext cx="1517904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USERS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name · email · role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86200" y="19202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59352" y="2039112"/>
            <a:ext cx="168249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ORDERS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address · total_price · status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14032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87184" y="2039112"/>
            <a:ext cx="177393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PRODUCTS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name · price · quantity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86200" y="349300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59352" y="3611880"/>
            <a:ext cx="16824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NEWSLETTERS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email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BF24"/>
                </a:solidFill>
              </a:rPr>
              <a:t>Vásárlás adatfolyama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5394960"/>
            <a:ext cx="102412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DDD6FE"/>
                </a:solidFill>
              </a:rPr>
              <a:t>Termék kiválasztása → kosárba helyezés → készletellenőrzés → rendelés mentése → készlet csökkentése → rendelési előzmény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6/12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Technológiai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stack a modern Laravel ökoszisztémára és tesztelhető fejlesztési folyamatra épül.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235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BBF24"/>
                </a:solidFill>
              </a:rPr>
              <a:t>PHP 8.2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418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backend nyelv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204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Laravel 12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6850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MVC és 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99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Sanctum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282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API token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068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531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BBF24"/>
                </a:solidFill>
              </a:rPr>
              <a:t>Tailwind 4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714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reszponzív UI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Vite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418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frontend build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204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667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MySQL / SQLite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6850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adatbázis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99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PHPUnit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282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tesztelés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068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sx="100000" sy="100000" kx="0" ky="0" algn="bl" rotWithShape="0" blurRad="15240" dist="10160" dir="2700000">
              <a:srgbClr val="000000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531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BBF24"/>
                </a:solidFill>
              </a:rPr>
              <a:t>C# WinForms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714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asztali admin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7/12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Vásárlói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felhasználó kevés lépésből jut el a termékkereséstől a rendelésig.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2788920"/>
            <a:ext cx="77724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07408" y="2788920"/>
            <a:ext cx="75895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839712" y="2788920"/>
            <a:ext cx="74980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262872" y="2788920"/>
            <a:ext cx="74980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7240" y="2103120"/>
            <a:ext cx="1188720" cy="1371600"/>
          </a:xfrm>
          <a:prstGeom prst="roundRect">
            <a:avLst>
              <a:gd name="adj" fmla="val 6154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221992"/>
            <a:ext cx="1042416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Böngészés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szűrők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10312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16352" y="2221992"/>
            <a:ext cx="1517904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Kosár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készlet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66360" y="2103120"/>
            <a:ext cx="1673352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39512" y="2221992"/>
            <a:ext cx="152704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Bejelentkezés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/ regisztráció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89520" y="2103120"/>
            <a:ext cx="1673352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62672" y="2221992"/>
            <a:ext cx="152704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Rendelés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fizetés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2103120"/>
            <a:ext cx="1417320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85832" y="2221992"/>
            <a:ext cx="1271016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5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Előzmények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profil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5840" y="4800600"/>
            <a:ext cx="9966960" cy="786384"/>
          </a:xfrm>
          <a:prstGeom prst="roundRect">
            <a:avLst>
              <a:gd name="adj" fmla="val 11628"/>
            </a:avLst>
          </a:prstGeom>
          <a:solidFill>
            <a:srgbClr val="17152D"/>
          </a:solidFill>
          <a:ln w="889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" y="50657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Kulcsélmény: a vásárló nem technikai részleteket lát, hanem egyszerű keresést, stabil kosarat és kiszámítható rendelést.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8/12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olished_isometric_3d_tech_illustration_on_a_d_batch_2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2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felület és REST API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Az adminisztráció külön asztali kliensből is működik, a backend API-ján keresztül.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417320"/>
            <a:ext cx="4892040" cy="4389120"/>
          </a:xfrm>
          <a:prstGeom prst="rect">
            <a:avLst/>
          </a:prstGeom>
          <a:solidFill>
            <a:srgbClr val="0B0B1A">
              <a:alpha val="9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783080"/>
            <a:ext cx="42519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</a:rPr>
              <a:t>APIWinform funkciók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212848"/>
            <a:ext cx="4251960" cy="2221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terméklistázás és kategória szerinti szűrés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új termék létrehozása képfeltöltéssel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bulk import .txt fájlból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soft delete, restore és végleges törlés</a:t>
            </a:r>
            <a:endParaRPr lang="en-US" sz="1320" dirty="0"/>
          </a:p>
        </p:txBody>
      </p:sp>
      <p:sp>
        <p:nvSpPr>
          <p:cNvPr id="10" name="Shape 7"/>
          <p:cNvSpPr/>
          <p:nvPr/>
        </p:nvSpPr>
        <p:spPr>
          <a:xfrm>
            <a:off x="63550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28232" y="2039112"/>
            <a:ext cx="14538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WinForms kliens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10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394192" y="2039112"/>
            <a:ext cx="14538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REST API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/api/products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315200" y="36576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2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88352" y="3776472"/>
            <a:ext cx="172821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Laravel backend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Policy + validáció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955280" y="2377440"/>
            <a:ext cx="3657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098280" y="2834640"/>
            <a:ext cx="-365760" cy="82296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315200" y="4114800"/>
            <a:ext cx="-411480" cy="-128016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20" name="Text 16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9/12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clean_3d_illustrated_concept_scene_about_cyb_batch_3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68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Biztonság és tesztelés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A projekt nem csak működik, hanem ellenőrizhető és jogosultságokkal védett.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1371600"/>
            <a:ext cx="4937760" cy="4526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664208"/>
            <a:ext cx="42519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</a:rPr>
              <a:t>Biztonsági megoldások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96112" y="2093976"/>
            <a:ext cx="4251960" cy="3136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190" dirty="0">
                <a:solidFill>
                  <a:srgbClr val="241B3F"/>
                </a:solidFill>
              </a:rPr>
              <a:t>• bcrypt jelszóhash és belépéskori session-regenerálás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CSRF védelem webes módosító útvonalakon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Sanctum Bearer-token az API réteghez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ProductPolicy: admin CRUD csak role=1 esetén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képfeltöltés validálása típus és méret szerint</a:t>
            </a:r>
            <a:endParaRPr lang="en-US" sz="1190" dirty="0"/>
          </a:p>
        </p:txBody>
      </p:sp>
      <p:sp>
        <p:nvSpPr>
          <p:cNvPr id="10" name="Shape 7"/>
          <p:cNvSpPr/>
          <p:nvPr/>
        </p:nvSpPr>
        <p:spPr>
          <a:xfrm>
            <a:off x="6492240" y="1874520"/>
            <a:ext cx="3794760" cy="1508760"/>
          </a:xfrm>
          <a:prstGeom prst="roundRect">
            <a:avLst>
              <a:gd name="adj" fmla="val 6061"/>
            </a:avLst>
          </a:prstGeom>
          <a:solidFill>
            <a:srgbClr val="0B0B1A">
              <a:alpha val="95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BF24"/>
                </a:solidFill>
              </a:rPr>
              <a:t>24/24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8046720" y="225856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teszt sikeres a v1.1 futtatásban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720840" y="28803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7C4DA"/>
                </a:solidFill>
              </a:rPr>
              <a:t>Feature + Unit tesztek, in-memory SQLite, RefreshDatabase, PHPUnit.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92240" y="3977640"/>
            <a:ext cx="3794760" cy="960120"/>
          </a:xfrm>
          <a:prstGeom prst="roundRect">
            <a:avLst>
              <a:gd name="adj" fmla="val 9524"/>
            </a:avLst>
          </a:prstGeom>
          <a:solidFill>
            <a:srgbClr val="17152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20840" y="418795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</a:rPr>
              <a:t>v1.2 karbantartási pont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20840" y="44988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DDD6FE"/>
                </a:solidFill>
              </a:rPr>
              <a:t>OrderTest 4 fail az új sémamódosítás miatt – dokumentált technikai adósság.</a:t>
            </a:r>
            <a:endParaRPr lang="en-US" sz="1080" dirty="0"/>
          </a:p>
        </p:txBody>
      </p:sp>
      <p:sp>
        <p:nvSpPr>
          <p:cNvPr id="18" name="Text 14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10/12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clean_vector_illustration_style_tech_office_scen_batch_4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4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sz="3000" b="1">
                <a:solidFill>
                  <a:srgbClr val="FFFFFF"/>
                </a:solidFill>
                <a:latin typeface="Aptos Display"/>
              </a:rPr>
              <a:t>Csapatmunka és munkamegosztás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sz="1050">
                <a:solidFill>
                  <a:srgbClr val="DDD6FE"/>
                </a:solidFill>
              </a:rPr>
              <a:t>A projekt közös fejlesztésben készült, egymást kiegészítő felelősségi körökkel.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1430" dir="27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8696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Harkó Dávid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4183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DDD6FE"/>
                </a:solidFill>
              </a:rPr>
              <a:t>Backend · REST API · admin app</a:t>
            </a:r>
            <a:endParaRPr lang="en-US" sz="1180" dirty="0"/>
          </a:p>
        </p:txBody>
      </p:sp>
      <p:sp>
        <p:nvSpPr>
          <p:cNvPr id="10" name="Text 7"/>
          <p:cNvSpPr/>
          <p:nvPr/>
        </p:nvSpPr>
        <p:spPr>
          <a:xfrm>
            <a:off x="100584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C7C4DA"/>
                </a:solidFill>
              </a:rPr>
              <a:t>Modellek, migrációk, ProductPolicy, Sanctum, APIWinform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48056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1430" dir="27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68172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Zakar Levente Gusztáv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73659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DDD6FE"/>
                </a:solidFill>
              </a:rPr>
              <a:t>Frontend · UI · reszponzivitás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480060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C7C4DA"/>
                </a:solidFill>
              </a:rPr>
              <a:t>Blade nézetek, CSS, profil/kosár/termékoldalak, képek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827532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11430" dir="27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7648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Iancu‑Tóth Daniel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853135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DDD6FE"/>
                </a:solidFill>
              </a:rPr>
              <a:t>Integráció · tesztelés · design system</a:t>
            </a:r>
            <a:endParaRPr lang="en-US" sz="1180" dirty="0"/>
          </a:p>
        </p:txBody>
      </p:sp>
      <p:sp>
        <p:nvSpPr>
          <p:cNvPr id="18" name="Text 15"/>
          <p:cNvSpPr/>
          <p:nvPr/>
        </p:nvSpPr>
        <p:spPr>
          <a:xfrm>
            <a:off x="859536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C7C4DA"/>
                </a:solidFill>
              </a:rPr>
              <a:t>Controller-integrációk, CSS-változók, Material Icons, tesztek, dokumentáció</a:t>
            </a:r>
            <a:endParaRPr lang="en-US" sz="1030" dirty="0"/>
          </a:p>
        </p:txBody>
      </p:sp>
      <p:sp>
        <p:nvSpPr>
          <p:cNvPr id="19" name="Text 16"/>
          <p:cNvSpPr/>
          <p:nvPr/>
        </p:nvSpPr>
        <p:spPr>
          <a:xfrm>
            <a:off x="1005840" y="5687568"/>
            <a:ext cx="101955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sz="1500" b="1">
                <a:solidFill>
                  <a:srgbClr val="FFFFFF"/>
                </a:solidFill>
              </a:rPr>
              <a:t>Bemutatáskor a csapat közösen mutatja be a teljes rendszert: backend, frontend, integráció, tesztelés és dokumentáció.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11/12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Demó menetrend és English abstract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DD6FE"/>
                </a:solidFill>
              </a:rPr>
              <a:t>Javasolt 30 perces prezentáció: rövid áttekintés, élő demó, saját rész, angol összefoglaló.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</a:rPr>
              <a:t>Demó sorrend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84248"/>
            <a:ext cx="4434840" cy="2907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260" dirty="0">
                <a:solidFill>
                  <a:srgbClr val="C7C4DA"/>
                </a:solidFill>
              </a:rPr>
              <a:t>• főoldal és termékszűrés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termék kosárba helyezése, készletellenőrzés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rendelés leadása és rendelési előzmények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admin termékkezelés / APIWinform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tesztek és dokumentáció záró bemutatása</a:t>
            </a:r>
            <a:endParaRPr lang="en-US" sz="126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211B3D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7780" dist="10160" dir="27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87452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</a:rPr>
              <a:t>English abstract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4434840" cy="1755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DD6FE"/>
                </a:solidFill>
              </a:rPr>
              <a:t>TechShop is a Laravel 12 based electronics e-commerce application. It provides product browsing, filtering, a session-based cart, checkout, order history, admin product management, and a REST API secured with Sanctum. The responsive web frontend works on desktop and mobile, while the Windows Forms admin client demonstrates native desktop integration.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5532120"/>
            <a:ext cx="10287000" cy="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806440"/>
            <a:ext cx="10104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Zárás: a TechShop teljesíti a vizsgaremek fő elvárásait: valós probléma, adatkezelés, REST, több kliens, dokumentáció és tesztelés.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12/12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TechShop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TechShop – Vizsgaremek prezentáció</dc:title>
  <dc:subject>TechShop vizsgaremek prezentáció</dc:subject>
  <dc:creator>OpenAI</dc:creator>
  <cp:lastModifiedBy>OpenAI</cp:lastModifiedBy>
  <cp:revision>1</cp:revision>
  <dcterms:created xsi:type="dcterms:W3CDTF">2026-04-26T15:01:22Z</dcterms:created>
  <dcterms:modified xsi:type="dcterms:W3CDTF">2026-04-26T15:01:22Z</dcterms:modified>
</cp:coreProperties>
</file>